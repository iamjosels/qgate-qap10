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QGate. Asignamos vuelos de conexión a puertas de embarque usando QAOA de Qiskit como pieza dentro de una búsqueda clásica.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sobre los 27 estados de su espacio 29%. Pero el azar sobre las 6 permutaciones válidas llegaría a 78% y enumerar las 6 opciones, a 100%: QAOA concentra probabilidad respecto a su espacio de partida, pero en piezas de 3 vuelos aún no supera a esas alternativas. Con el solver exacto en cada vecindario, 4 de 12 semillas llegan a 340; el QAOA lo corrimos con la semilla 7: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