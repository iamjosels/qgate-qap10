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Somos QGate. Asignamos vuelos de conexión a puertas de embarque usando QAOA de Qiskit como pieza dentro de una búsqueda clásica.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Diez vuelos de conexión, diez puertas: 3 628 800 asignaciones posibles. El costo suma pasajeros por distancia. A la izquierda una asignación al azar, costo 536; a la derecha la de QGate, 340. Los datos son el benchmark qap10: las unidades son supuestos.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MPS viene linealizado. Las filas con lado derecho 1 identifican las x; cada variable y aparece junto a dos x y su coeficiente es flujo por distancia. Factorizamos con residuo cero y la escala cuadra: 24, 32 y 340.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Pasamos el QUBO a Ising y corremos QAOA en Qiskit Aer. Con el mixer estándar X, QAOA muestrea asignaciones válidas 112 veces más que el azar. Con el mixer XY y estado W, cada vuelo queda en una sola puerta y llegamos a 48% válidas.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Simular el problema completo exige 100 qubits: imposible. QGate usa siempre piezas de 9. Elegimos lambda con un criterio analítico y lo validamos con un barrido. Medimos el ruido: con 1% el mixer XY pierde casi toda su ventaja de factibilidad. Todo es simulador.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QGate elige 3 vuelos, arma una pieza de 9 qubits con el resto fijo y la resuelve con QAOA. Con nuestra semilla llega a 340. Con 512 muestras hasta el azar resuelve piezas tan chicas, por eso medimos con 8: QAOA resuelve 59% de las piezas y el azar 29%. En 12 semillas llega a 340 en 4: el límite es la búsqueda.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crecer hasta N=16 la parte cuántica sigue en 9 qubits y la memoria no crece. Sin óptimo conocido medimos contra una cota inferior. Lo decimos claro: en simulador, simulated annealing gana en calidad y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lo cuántico aporta estructura y concentración de probabilidad en piezas pequeñas, no velocidad en simulador, y lo mostramos con números. El siguiente paso es hardware IBM real, piezas más grandes y mitigación de errores.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