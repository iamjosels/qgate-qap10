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63" r:id="rId10"/>
  </p:sldIdLst>
  <p:sldSz cx="18288000" cy="10287000"/>
  <p:notesSz cx="6858000" cy="9144000"/>
  <p:embeddedFontLst>
    <p:embeddedFont>
      <p:font typeface="Fira Sans" panose="020F0502020204030204" pitchFamily="34" charset="0"/>
      <p:regular r:id="rId12"/>
    </p:embeddedFont>
    <p:embeddedFont>
      <p:font typeface="Fira Sans Light" panose="020B0403050000020004" pitchFamily="34" charset="0"/>
      <p:regular r:id="rId13"/>
    </p:embeddedFont>
    <p:embeddedFont>
      <p:font typeface="IBM Plex Sans" panose="020B0503050203000203" pitchFamily="3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062BDF-F0B5-45E3-AD5B-41D0B891B176}" type="datetimeFigureOut">
              <a:rPr lang="es-PE" smtClean="0"/>
              <a:t>24/10/2026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C994C2-6660-4B45-B4D5-A4B56F412CD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68299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29%. En 12 semillas llega a 340 en 4: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 crecer hasta N=16 la parte cuántica sigue en 9 qubits y la memoria no crece. Sin óptimo conocido medimos contra una cota inferior. Lo decimos claro: en simulador, simulated annealing gana en calidad 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5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3210958" y="1291507"/>
            <a:ext cx="4426119" cy="7297503"/>
            <a:chOff x="0" y="0"/>
            <a:chExt cx="5901493" cy="9730004"/>
          </a:xfrm>
        </p:grpSpPr>
        <p:grpSp>
          <p:nvGrpSpPr>
            <p:cNvPr id="4" name="Group 4"/>
            <p:cNvGrpSpPr/>
            <p:nvPr/>
          </p:nvGrpSpPr>
          <p:grpSpPr>
            <a:xfrm>
              <a:off x="3659312" y="0"/>
              <a:ext cx="2242180" cy="2242180"/>
              <a:chOff x="0" y="0"/>
              <a:chExt cx="812800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 dirty="0"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-1450604" y="417572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Jose Giovanni Laura Silvera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1076" y="869487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3628237" y="2495463"/>
              <a:ext cx="2242180" cy="2242180"/>
              <a:chOff x="0" y="0"/>
              <a:chExt cx="812800" cy="8128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-1481680" y="291303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Alex Mauricio Vargas Tapia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336495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3659312" y="4991643"/>
              <a:ext cx="2242180" cy="2242180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-1450604" y="540921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Stephie Zorrilla Delgado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076" y="586113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3659312" y="7487823"/>
              <a:ext cx="2242180" cy="2242180"/>
              <a:chOff x="0" y="0"/>
              <a:chExt cx="812800" cy="8128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-1450604" y="7905395"/>
              <a:ext cx="4618880" cy="43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</a:pPr>
              <a:r>
                <a:rPr lang="en-US" sz="1998">
                  <a:solidFill>
                    <a:srgbClr val="000000"/>
                  </a:solidFill>
                  <a:latin typeface="Fira Sans Light"/>
                  <a:ea typeface="Fira Sans Light"/>
                  <a:cs typeface="Fira Sans Light"/>
                  <a:sym typeface="Fira Sans Light"/>
                </a:rPr>
                <a:t>Mayra Dayanne Saravia Camacuari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1076" y="8357310"/>
              <a:ext cx="4581599" cy="4555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35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365513" y="309041"/>
            <a:ext cx="7051819" cy="1974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QGate: Flight-to-Gate Assignment with</a:t>
            </a:r>
          </a:p>
          <a:p>
            <a:pPr algn="l">
              <a:lnSpc>
                <a:spcPts val="5270"/>
              </a:lnSpc>
            </a:pPr>
            <a:r>
              <a:rPr lang="en-US" sz="4391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Hybrid QAOA for the Qiskit Fall Fest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7E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3" r="-223"/>
            </a:stretch>
          </a:blipFill>
        </p:spPr>
        <p:txBody>
          <a:bodyPr/>
          <a:lstStyle/>
          <a:p>
            <a:endParaRPr u="sng"/>
          </a:p>
        </p:txBody>
      </p:sp>
      <p:sp>
        <p:nvSpPr>
          <p:cNvPr id="3" name="TextBox 3"/>
          <p:cNvSpPr txBox="1"/>
          <p:nvPr/>
        </p:nvSpPr>
        <p:spPr>
          <a:xfrm>
            <a:off x="4725859" y="1843312"/>
            <a:ext cx="8836282" cy="2210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IBM QUANTUM </a:t>
            </a:r>
          </a:p>
          <a:p>
            <a:pPr algn="ctr">
              <a:lnSpc>
                <a:spcPts val="8911"/>
              </a:lnSpc>
            </a:pPr>
            <a:r>
              <a:rPr lang="en-US" sz="6365">
                <a:solidFill>
                  <a:srgbClr val="006E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GLOBAL HACKATHON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598349" y="5086350"/>
            <a:ext cx="7091302" cy="513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51"/>
              </a:lnSpc>
            </a:pPr>
            <a:r>
              <a:rPr lang="en-US" sz="3036">
                <a:solidFill>
                  <a:srgbClr val="006EFF"/>
                </a:solidFill>
                <a:latin typeface="Fira Sans"/>
                <a:ea typeface="Fira Sans"/>
                <a:cs typeface="Fira Sans"/>
                <a:sym typeface="Fira Sans"/>
              </a:rPr>
              <a:t>TEAM QGATE</a:t>
            </a:r>
          </a:p>
        </p:txBody>
      </p:sp>
      <p:sp>
        <p:nvSpPr>
          <p:cNvPr id="11" name="Freeform 11"/>
          <p:cNvSpPr/>
          <p:nvPr/>
        </p:nvSpPr>
        <p:spPr>
          <a:xfrm>
            <a:off x="286651" y="9357090"/>
            <a:ext cx="2972682" cy="713444"/>
          </a:xfrm>
          <a:custGeom>
            <a:avLst/>
            <a:gdLst/>
            <a:ahLst/>
            <a:cxnLst/>
            <a:rect l="l" t="t" r="r" b="b"/>
            <a:pathLst>
              <a:path w="2972682" h="713444">
                <a:moveTo>
                  <a:pt x="0" y="0"/>
                </a:moveTo>
                <a:lnTo>
                  <a:pt x="2972682" y="0"/>
                </a:lnTo>
                <a:lnTo>
                  <a:pt x="2972682" y="713444"/>
                </a:lnTo>
                <a:lnTo>
                  <a:pt x="0" y="7134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2D9EC144-8D93-9C0E-9123-6BD3B443F7AA}"/>
              </a:ext>
            </a:extLst>
          </p:cNvPr>
          <p:cNvSpPr/>
          <p:nvPr/>
        </p:nvSpPr>
        <p:spPr>
          <a:xfrm>
            <a:off x="4419600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19" name="Freeform 9">
            <a:extLst>
              <a:ext uri="{FF2B5EF4-FFF2-40B4-BE49-F238E27FC236}">
                <a16:creationId xmlns:a16="http://schemas.microsoft.com/office/drawing/2014/main" id="{9B1AE247-491D-1B94-EDC1-D932BDD86601}"/>
              </a:ext>
            </a:extLst>
          </p:cNvPr>
          <p:cNvSpPr/>
          <p:nvPr/>
        </p:nvSpPr>
        <p:spPr>
          <a:xfrm>
            <a:off x="6781800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Freeform 13">
            <a:extLst>
              <a:ext uri="{FF2B5EF4-FFF2-40B4-BE49-F238E27FC236}">
                <a16:creationId xmlns:a16="http://schemas.microsoft.com/office/drawing/2014/main" id="{25D9BF61-93AA-59A6-B52D-4B0616CFA234}"/>
              </a:ext>
            </a:extLst>
          </p:cNvPr>
          <p:cNvSpPr/>
          <p:nvPr/>
        </p:nvSpPr>
        <p:spPr>
          <a:xfrm>
            <a:off x="9597536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3" name="Freeform 17">
            <a:extLst>
              <a:ext uri="{FF2B5EF4-FFF2-40B4-BE49-F238E27FC236}">
                <a16:creationId xmlns:a16="http://schemas.microsoft.com/office/drawing/2014/main" id="{64E8D977-EDA8-39A4-661C-04F99FEB138E}"/>
              </a:ext>
            </a:extLst>
          </p:cNvPr>
          <p:cNvSpPr/>
          <p:nvPr/>
        </p:nvSpPr>
        <p:spPr>
          <a:xfrm>
            <a:off x="12161365" y="5896700"/>
            <a:ext cx="1681635" cy="1681635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443</Words>
  <Application>Microsoft Office PowerPoint</Application>
  <PresentationFormat>Personalizado</PresentationFormat>
  <Paragraphs>16</Paragraphs>
  <Slides>9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6" baseType="lpstr">
      <vt:lpstr>Calibri</vt:lpstr>
      <vt:lpstr>Fira Sans</vt:lpstr>
      <vt:lpstr>IBM Plex Sans</vt:lpstr>
      <vt:lpstr>Fira Sans Light</vt:lpstr>
      <vt:lpstr>Arial</vt:lpstr>
      <vt:lpstr>Aptos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[TEMPLATE] QFF WORKSHOP: INTRODUCCIÓN A LA FÍSICA Y COMPUTACIÓN CUÁNTICA</dc:title>
  <cp:lastModifiedBy>Giovanni Silvera</cp:lastModifiedBy>
  <cp:revision>2</cp:revision>
  <dcterms:created xsi:type="dcterms:W3CDTF">2006-08-16T00:00:00Z</dcterms:created>
  <dcterms:modified xsi:type="dcterms:W3CDTF">2026-10-24T20:10:48Z</dcterms:modified>
  <dc:identifier>DAHVPRRZGXg</dc:identifier>
</cp:coreProperties>
</file>